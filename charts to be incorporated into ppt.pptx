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4D5E-02C7-9058-9BF0-9C9FA12AD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244AF-F8B0-2E92-EA50-6375FF8DF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34352-E58F-7CCD-BE34-9E99A99D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247E-C565-6714-5B25-591D845D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823B-A95B-7A82-F75A-9D6E5D8C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4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7E5D-30B6-62D5-E343-30C2DD05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16769-E820-164D-A7B6-EDEEB1DAA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017CD-8ABB-4995-C68B-F4C843C2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69FB4-7AED-9866-796B-C35BB429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0BB6B-A156-143E-F580-4650000F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DCFD-50D1-E1D8-C9ED-F833365E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4F8D3-C24F-0471-A7E1-6EC6FF793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C186-F687-4C5F-E499-D98964A3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24157-67D2-9494-BD73-A9F433A1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91CA-FD4A-C8B6-8541-F35B287A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3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012-DA91-445C-97D5-4AFC4904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33BF-3D44-326D-627A-344ABE197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99607-F880-BDB4-5800-C3E9301A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6C1CD-D090-BF78-E70C-487AE177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221F7-F63A-57E8-82DF-2202140D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7FEB5-FDE5-2FCC-71E0-7BEC7A49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2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D1A6-D0C6-0DCB-24E6-BE506BC6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F4472-0286-E61C-01E8-4BDE5BD11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708F4-95CA-5663-4C5F-34FFCD29C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4C608-0991-DB25-5360-316B48F3B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3528A-2FB6-2B93-0555-38A39987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B84FF5-E8A8-64BB-2BD0-9D247F33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6D1BC-1642-741F-9DA7-B2AE49B6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C771D-A1D3-F181-CFE8-AD60FB0B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2019-A82D-1001-A242-9EB1E772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08C15-26D0-299E-6D81-CE9C8C19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582B6-3563-A394-534C-80496A7F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56-FBBD-C6DF-CF55-9BF0EA13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4EF57-69F8-B8B8-CCCD-6ED9BB7C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0DC05-9793-7139-C297-A2EA9E8E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E4EB-C473-622F-8622-5EA126BC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1094-8722-86D2-CFA7-E2335F55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2840-FB69-95D3-F7A7-E7781C61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4C2F1-BFE3-BCDA-C541-E0D18A8F9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B02A7-E450-6AD4-217D-83B450E2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5EA32-FD76-AAEC-9FA7-D9238A47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87E61-FA0F-2C54-0835-4C2AF80A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9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2FCB-51B7-FAB8-0F58-9349D9CB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1E2C3-ACE0-71AF-1234-49706B8D1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98F38-0EC5-BB59-ACC7-052F7C75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F8AC1-BA1C-9B10-2055-D71F15CE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48BDA-A25D-6A65-DAA3-454E1ED3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1EF86-7486-EC56-76F0-EC8E58D7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E21C-2E2B-2BA6-A8AE-9BE88391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40943-E3FF-801F-971B-3EE7BEC4A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8BB83-D925-01F5-6682-4F1A1A39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2B861-39BD-5857-31F6-A81DAB1BF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89C1-9A0B-014D-65B1-DF29FAFB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6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5126B-4EA4-5E36-545E-E3B2E210A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AD2FA-5F3B-E2CB-21F9-8A9A10C56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A896-0B07-C095-7690-E93DFFD8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4350-5FAE-74E8-0562-1DA9CC05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9CE5C-BBA4-19F1-49AF-41C85708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5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54FD7-3E95-9D82-9DF7-44ABA2E0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6B5DF-3952-3C20-E225-923B1C3D0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3B5A5-72FC-201F-C35F-C551B69CC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E45EB-D7D9-4F5E-BF25-A8AEF4C4654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65FA-0233-B824-E6F4-E797B5EFE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39CAC-B8A0-71D8-612F-7509FDAAD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BD4EC-739A-43FE-87B7-E62E8EC4B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2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B602-FCD9-2D14-9873-9026FDFAD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DD61C-60ED-6FDC-93D0-C05377EF3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5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B1C53B83-BB28-65F0-1FFC-2124BA562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0"/>
            <a:ext cx="11549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3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D82F6-BC84-FDCB-A251-9F3488BC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63" y="1466576"/>
            <a:ext cx="661127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4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44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Tewari</dc:creator>
  <cp:lastModifiedBy>Prashant Tewari</cp:lastModifiedBy>
  <cp:revision>1</cp:revision>
  <dcterms:created xsi:type="dcterms:W3CDTF">2025-11-10T01:14:23Z</dcterms:created>
  <dcterms:modified xsi:type="dcterms:W3CDTF">2025-11-10T01:26:31Z</dcterms:modified>
</cp:coreProperties>
</file>